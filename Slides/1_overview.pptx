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9" r:id="rId5"/>
    <p:sldId id="258" r:id="rId6"/>
    <p:sldId id="260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784DF-9045-248D-2CAD-1A141CA77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0DED4A-F6E0-0667-2C69-33A47CED42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925EA-AFEF-A276-7D8C-848176A72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C372-FEBA-41C4-8A88-5DCBE665577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74E36-F4E5-B606-1449-7AB43ACEF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0073D-FB1B-8471-C24E-4ED0B1A07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0F7F2-6174-4BF9-89C3-AD3FC7271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67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23B90-42BF-C503-1420-380519114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2EB98-8B50-BDA5-A5A7-BACC81D34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91056-9822-A996-2510-9436B628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C372-FEBA-41C4-8A88-5DCBE665577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1DD9A-29F2-0056-CF87-3E65A34DF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47515-C48D-53D1-7197-2C320A7A2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0F7F2-6174-4BF9-89C3-AD3FC7271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282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9B2E7-378C-5ED6-E796-24B52291E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D4A5C2-0DD9-AB9F-767F-CDCAA92C9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D0173-F0AB-F100-31F0-7F2B32070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C372-FEBA-41C4-8A88-5DCBE665577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6A7D1-98DD-3825-A91F-4B70C8ADD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96B5E-51B7-18FF-DFB3-4695EFD92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0F7F2-6174-4BF9-89C3-AD3FC7271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872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E7178-6F25-8E81-9BCB-1C0C88257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D54BC-50B2-3A7D-B5AD-7D09CF5F07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607250-33CE-F821-559E-84F4BF6548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D0028-2DF0-68F2-25F3-BBF451471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C372-FEBA-41C4-8A88-5DCBE665577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970DAB-6FA6-0494-3E0A-24F4841C4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E9DA6F-60BC-6D68-6CBF-B4B792649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0F7F2-6174-4BF9-89C3-AD3FC7271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174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81621-6A94-41F6-48A2-7C0BCB9D1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27A57B-4F85-DFAC-1784-5639EA3E3E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DC5B83-96B5-C567-9850-59158028ED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275C2E-2E0F-C295-D9C0-26055681E6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900D59-2A40-0D21-7180-195C8D37A6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9E18A3-6250-F8D6-EFB1-40CE55EA9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C372-FEBA-41C4-8A88-5DCBE665577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390A15-D63D-989C-56EC-FD0B3AE02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B260BD-893D-BFFE-03EB-17F2D3218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0F7F2-6174-4BF9-89C3-AD3FC7271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057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96CB7-A2B3-1C7C-B97F-774D1C37F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4EE9E4-18D5-16FA-573B-607DF60A9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C372-FEBA-41C4-8A88-5DCBE665577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F1CBCA-8FAC-467D-48F8-B9D5C954F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AACF27-DD72-0938-971C-DCFA10599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0F7F2-6174-4BF9-89C3-AD3FC7271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29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96ECA0-4890-81EA-7620-A006C2CF0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C372-FEBA-41C4-8A88-5DCBE665577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235527-9092-792B-43B3-A3BFAF6C6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333326-9047-60B9-E559-0DB1E032D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0F7F2-6174-4BF9-89C3-AD3FC7271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430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1A7C0-108A-DEA4-56DB-8F4151CD6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AAE7B-6529-4736-C855-D96789A75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D19834-5FEE-1331-7D31-A15DA806E9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280E29-E4C5-72F2-6C54-0EF3CFFAA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C372-FEBA-41C4-8A88-5DCBE665577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A39C9-2620-4123-9882-1F9CD546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309B2-8AAF-E65E-4E91-4131FBCB9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0F7F2-6174-4BF9-89C3-AD3FC7271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453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D3373-1F76-F10F-F4BE-B57DFA4C8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3F624A-8B80-E6C0-46BB-D3EDD2B28D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157711-EC5D-58F2-5886-46DE2E17A6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BADD15-1B19-DCED-907B-F18A75D16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C372-FEBA-41C4-8A88-5DCBE665577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30D072-D8CE-395E-0222-AAE86FF30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4670F-8386-D850-0105-8410EA55A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0F7F2-6174-4BF9-89C3-AD3FC7271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115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42A74-E098-11CA-DABF-3D3882C68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A1D573-33DB-79D7-0122-443A01611D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35A0A-B17F-BAA2-EF49-C466ED2F3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C372-FEBA-41C4-8A88-5DCBE665577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A3B02-AB06-684C-65FA-B9AC7A183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CD370-3515-3742-265D-ED5D3315F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0F7F2-6174-4BF9-89C3-AD3FC7271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625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A80138-66B8-4E49-01B5-3E81411F9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9BF222-5060-1A4F-4724-6441DE3D03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83533-3C6D-60AE-951F-BB445FAB5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C372-FEBA-41C4-8A88-5DCBE665577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0CF5A-1162-8EA2-694A-3C31E52E3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071A9-F65E-D2BB-EF0A-00A11AE8F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0F7F2-6174-4BF9-89C3-AD3FC7271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604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7DDED2-BD55-C931-F875-63EB2FF22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D0D7D-11AD-0FE5-635A-F74CFD54F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74AE7-A4CD-FD48-60AD-9A8FC65928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37C372-FEBA-41C4-8A88-5DCBE665577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7859D-25FE-6DB2-9217-CF121E104E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89988-F1D0-8194-4408-222E360058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D0F7F2-6174-4BF9-89C3-AD3FC7271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901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AD09C-372C-9BE8-CC58-79DBC7B2F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60785"/>
            <a:ext cx="10515600" cy="123414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Basic introduction</a:t>
            </a:r>
          </a:p>
        </p:txBody>
      </p:sp>
    </p:spTree>
    <p:extLst>
      <p:ext uri="{BB962C8B-B14F-4D97-AF65-F5344CB8AC3E}">
        <p14:creationId xmlns:p14="http://schemas.microsoft.com/office/powerpoint/2010/main" val="199484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1FCE-5FE3-B52A-9102-A2316AACD3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0639"/>
            <a:ext cx="9144000" cy="714079"/>
          </a:xfrm>
        </p:spPr>
        <p:txBody>
          <a:bodyPr>
            <a:normAutofit fontScale="90000"/>
          </a:bodyPr>
          <a:lstStyle/>
          <a:p>
            <a:r>
              <a:rPr lang="en-US" dirty="0"/>
              <a:t>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AD7222-E8B6-DAB2-C312-7C37049901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00201"/>
            <a:ext cx="9144000" cy="4857160"/>
          </a:xfrm>
        </p:spPr>
        <p:txBody>
          <a:bodyPr/>
          <a:lstStyle/>
          <a:p>
            <a:pPr marL="457200" indent="-457200" algn="l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is programming?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Programming is the process of writing instructions that tell a computer what to do.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It’s how humans create software, apps, and systems.</a:t>
            </a:r>
          </a:p>
          <a:p>
            <a:pPr lvl="1" algn="l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Example of programming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When you press a button in a phone app → that’s the result of programming.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When your car’s dashboard shows fuel level → that’s programming in    embedded systems.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When you play a video game → everything you see is the result of programming.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62573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BC228-09E4-B98F-7FAE-FD83963AC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8384"/>
          </a:xfrm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Programming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E067D-4614-DDCC-04A8-847EA06D7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3510"/>
            <a:ext cx="10515600" cy="5083454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is programming language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programming language is a set of instructions and rules that allows humans to communicate with computers and tell them what to do.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you want a computer to add two numbers and display the result, you can write this command in python:</a:t>
            </a:r>
          </a:p>
          <a:p>
            <a:pPr marL="457200" lvl="1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print( 2 + 3 )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141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4A35B-A09C-FE58-2260-60BD81F74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Some famous programming language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6CE5A05-2CF4-89F2-42A2-B4C0C0C3C5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3724776"/>
              </p:ext>
            </p:extLst>
          </p:nvPr>
        </p:nvGraphicFramePr>
        <p:xfrm>
          <a:off x="838200" y="1825624"/>
          <a:ext cx="10515597" cy="3736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97117799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933096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238006428"/>
                    </a:ext>
                  </a:extLst>
                </a:gridCol>
              </a:tblGrid>
              <a:tr h="579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Used For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7359950"/>
                  </a:ext>
                </a:extLst>
              </a:tr>
              <a:tr h="579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High-level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Python, C++, Java, C#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Apps, software, AI, games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3412351"/>
                  </a:ext>
                </a:extLst>
              </a:tr>
              <a:tr h="579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JavaScript, HTML, CSS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Websites and web apps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2858796"/>
                  </a:ext>
                </a:extLst>
              </a:tr>
              <a:tr h="9994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C, C++, Assembly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Operating systems, hardware 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3462807"/>
                  </a:ext>
                </a:extLst>
              </a:tr>
              <a:tr h="9994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Embedded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C, C++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Microcontrollers (like ESP32, Arduino)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986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7528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596D0-D83C-9E26-94FF-7DFBA9476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9469"/>
          </a:xfrm>
        </p:spPr>
        <p:txBody>
          <a:bodyPr/>
          <a:lstStyle/>
          <a:p>
            <a:pPr algn="ctr"/>
            <a:r>
              <a:rPr lang="vi-VN" dirty="0"/>
              <a:t>C++ programming language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7A6FB-0DA1-9917-59C7-2DD66C761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4594"/>
            <a:ext cx="10515600" cy="4772369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W	hat is C++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Programming language?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C++ is a powerful and versatile programming language used to create software, games, operating systems, and even embedded systems.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Why is C++?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Fast and efficient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Object-Oriented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Rich library support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Compatible with C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Low-level control</a:t>
            </a:r>
          </a:p>
        </p:txBody>
      </p:sp>
    </p:spTree>
    <p:extLst>
      <p:ext uri="{BB962C8B-B14F-4D97-AF65-F5344CB8AC3E}">
        <p14:creationId xmlns:p14="http://schemas.microsoft.com/office/powerpoint/2010/main" val="835056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596A4-F310-ECD1-2878-3421BEF04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Example of C++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A4C73FD-F684-E27A-B521-E01B12BA9B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2814" y="2012907"/>
            <a:ext cx="9426372" cy="2832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283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A8B6A-F08E-FF39-E680-EEA837218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Necessary </a:t>
            </a:r>
            <a:r>
              <a:rPr lang="en-US" sz="5400" dirty="0" err="1">
                <a:latin typeface="Arial" panose="020B0604020202020204" pitchFamily="34" charset="0"/>
                <a:cs typeface="Arial" panose="020B0604020202020204" pitchFamily="34" charset="0"/>
              </a:rPr>
              <a:t>knowlegde</a:t>
            </a:r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751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CD030-208C-2EBD-BDB8-07C1D3287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Programming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16D1E-1B73-B8D5-CF2C-BA23BC98B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What is programming environment?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programming environment is the workspace and toolset you use to develop software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example, when you open VS Code, write C++ code, and run it using a compiler — that’s your C++ programming environment.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Why you need a programming environment?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programming environment makes coding faster, easier, and less error-prone</a:t>
            </a:r>
          </a:p>
        </p:txBody>
      </p:sp>
    </p:spTree>
    <p:extLst>
      <p:ext uri="{BB962C8B-B14F-4D97-AF65-F5344CB8AC3E}">
        <p14:creationId xmlns:p14="http://schemas.microsoft.com/office/powerpoint/2010/main" val="3959898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7728E-EEBA-C4EC-FA37-5015FB62F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81474"/>
            <a:ext cx="12192000" cy="1209151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Main components of programming environment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927BB40-6BDA-5F36-4CF8-C7C885955E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892075"/>
              </p:ext>
            </p:extLst>
          </p:nvPr>
        </p:nvGraphicFramePr>
        <p:xfrm>
          <a:off x="838201" y="2033015"/>
          <a:ext cx="10515597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58128164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29457351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7179250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2659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 Editor / 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Where you write and edit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VS Code, CLion, Visual Studio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3772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Compiler / Interpreter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Translates your code into machine 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g++, clang, Python interpreter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292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Debugger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Helps find and fix errors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GDB (for C++), LLDB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0351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Terminal / Console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Runs your program or commands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Command Prompt, Bash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4551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Libraries &amp; Dependencies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Extra tools or code your program uses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STL (C++), NumPy (Python)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7249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Version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Tracks changes in your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Git, GitHub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6042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5478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6E066-F9F9-A0EB-9A85-DC3B1CA36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Computer architecture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32" name="Picture 8" descr="Mở ảnh">
            <a:extLst>
              <a:ext uri="{FF2B5EF4-FFF2-40B4-BE49-F238E27FC236}">
                <a16:creationId xmlns:a16="http://schemas.microsoft.com/office/drawing/2014/main" id="{72DCBF13-DFC7-A374-DFE1-814B5C8F1AE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7634" y="1825625"/>
            <a:ext cx="795673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4272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52EB-C7CA-D4DE-B26F-0C60C4C9D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Windows Subsystem for Linux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(WSL)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1EC40-C8AD-C962-79D3-51C65CFE9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45782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is WSL?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WSL is a feature in Windows 10 and Windows 11 that allows you to run a real Linux environment directly inside Windows, without needing a virtual machine or dual-boot setup.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Why you need WSL?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WSL helps developers use Linux tools, environments, and workflows directly inside Windows, without needing to install a separate Linux system.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Why you need Linux tools?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Most servers and systems run on Linux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Linux tools are powerful for automation and system control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Development frameworks are Linux-friendly</a:t>
            </a:r>
          </a:p>
        </p:txBody>
      </p:sp>
    </p:spTree>
    <p:extLst>
      <p:ext uri="{BB962C8B-B14F-4D97-AF65-F5344CB8AC3E}">
        <p14:creationId xmlns:p14="http://schemas.microsoft.com/office/powerpoint/2010/main" val="1673582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518</Words>
  <Application>Microsoft Office PowerPoint</Application>
  <PresentationFormat>Widescreen</PresentationFormat>
  <Paragraphs>85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Programming</vt:lpstr>
      <vt:lpstr>Programming language</vt:lpstr>
      <vt:lpstr>Some famous programming language</vt:lpstr>
      <vt:lpstr>C++ programming language</vt:lpstr>
      <vt:lpstr>Example of C++</vt:lpstr>
      <vt:lpstr>Necessary knowlegde</vt:lpstr>
      <vt:lpstr>Programming environment</vt:lpstr>
      <vt:lpstr>Main components of programming environment</vt:lpstr>
      <vt:lpstr>Computer architecture</vt:lpstr>
      <vt:lpstr>Windows Subsystem for Linux  (WSL)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Huy Than</dc:creator>
  <cp:lastModifiedBy>Huy Than</cp:lastModifiedBy>
  <cp:revision>3</cp:revision>
  <dcterms:created xsi:type="dcterms:W3CDTF">2025-10-30T17:01:49Z</dcterms:created>
  <dcterms:modified xsi:type="dcterms:W3CDTF">2025-11-03T16:58:21Z</dcterms:modified>
</cp:coreProperties>
</file>