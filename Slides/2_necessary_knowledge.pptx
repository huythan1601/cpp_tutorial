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7" r:id="rId9"/>
    <p:sldId id="260" r:id="rId10"/>
    <p:sldId id="261" r:id="rId11"/>
    <p:sldId id="262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3CF8-0765-6646-623B-71827E60D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FEB07-52F7-1878-68DD-CDCF4BAB5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2A58-19EA-7CA1-EE40-01E3AA7D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16B3B-B2D3-F690-BBBB-352DD44D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ADE5C-73E9-4033-524B-80074BC7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BECB-7A8A-D82E-377A-255D9205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F49CE-B0F4-4775-1C5C-555ABC547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7824-E2DC-17B0-3523-B61327CEA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69AA3-0FE0-45BF-02C1-58008022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89EF1-0BDD-5C4E-4736-8D2866E8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3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5E3D-662B-6E9F-63AE-02C5913E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469A-8911-18AC-FA99-82BF8ABB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2F441-570D-AF25-7F4C-E1EA61AF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026F-327F-E992-6BAD-57E32DC9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EABFD-89D2-A920-3D17-567316A9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2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0478-7021-3E55-54FE-9F0D023C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D628-35C6-1CE4-CD39-D93077B7D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A00B8-DE60-1BDC-AF3A-8E771265B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429A9-902A-18A4-91EC-AF7B3441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6E7FE-9427-E5F9-F709-3A967E78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4FB52-AB23-8FFA-69E3-2626DF0B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9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DA9-181D-E8EF-1BCA-125966F4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4F348-70C5-E267-D5BE-B3A6D7098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70F0D-60C3-0718-59AD-E3F38D9F6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599A2-281E-B28A-3B50-D3189B885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0757E-A245-5759-00DB-CA879036A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F3198-99C7-4ABC-E62D-7208B1EC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F416F-947F-13A3-3062-4BC6D8F67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19CA0-6894-60FC-67B0-4F0E8321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8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3E2B3-5B18-C376-8AD0-C62E839C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133B8-7425-B81D-A524-36F47D72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96C8-ADBC-42E5-5A6C-BF1B9B81E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8F72C-1DE6-9A16-2E2B-C61D42EE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4FAEF-4DB0-600B-E684-6AC8E8AA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94BC7-E10D-8CD6-7E17-8E1D1520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4E440-61FC-26B7-5F91-09C027F4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8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5155-51A9-A4E9-E025-3CFBEA00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5ADD9-FBBF-3ABD-19A7-B31B1A1E5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9F486-D84B-FAAA-E39F-1CAB415B4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B2E08-9B41-B92B-1CFC-62EDA721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2D238-B551-95E9-CF47-32656B87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B0A89-74F8-4BC5-5BCF-30C80855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6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FEA8-5C5F-C72D-15B7-2CA3559C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4389E5-85BF-2207-86D9-7CBE24EF1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507FC-26FF-5912-13EF-A493D804E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9FBF-426F-6162-1F2D-7AC350A9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3F443-B9D3-FBCA-FB63-35F461EE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AAD50-362F-7164-E6AF-6459C18C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2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37B2-059E-FC1C-F2CA-91F9A639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DCAB0-A22A-AEF3-36D9-3DE75AD28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E8588-2512-BEF1-1707-F0C66B82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39532-2AFF-7F1E-4C9E-661873E4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7E499-1EA4-DC8D-E38A-34645925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6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81BFD-3481-A3F0-214A-E8CBE157E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67EFF-27DF-7516-2C5E-3204F225C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3D06F-8C04-2A08-6B83-B6D33201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368C8-8890-DDFC-89B4-DC4EE289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E230-6256-62C4-B134-287BD068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7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DC2C0-56FA-0F14-6FF9-569853A94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DFB55-1FF4-D557-7DAC-E89436C1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2B61E-9A8F-E525-63FE-7C39FB5FD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4D87-9658-42D2-B504-07B696AA87C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D1819-D18E-9BE3-4A02-91278B84D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56401-7261-72C8-CBCB-7DE165C88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7AD36-8FC9-424C-A1BF-2A8144F52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2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286D1D-67B8-3B33-AB1C-625DC25B5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7977"/>
            <a:ext cx="9144000" cy="1282045"/>
          </a:xfrm>
        </p:spPr>
        <p:txBody>
          <a:bodyPr>
            <a:normAutofit fontScale="85000" lnSpcReduction="20000"/>
          </a:bodyPr>
          <a:lstStyle/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Visual </a:t>
            </a:r>
            <a:r>
              <a:rPr lang="vi-VN" sz="5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tudio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5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ode introduction</a:t>
            </a:r>
            <a:endParaRPr lang="vi-VN"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5400" dirty="0">
                <a:latin typeface="Arial" panose="020B0604020202020204" pitchFamily="34" charset="0"/>
                <a:cs typeface="Arial" panose="020B0604020202020204" pitchFamily="34" charset="0"/>
              </a:rPr>
              <a:t>(VS Code)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74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9B93-9FD2-476A-A503-3C2EA431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Overview of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5672-49F1-CBAF-7F57-C05530FF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VS Code?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VS Code (Visual Studio Code) is a free, lightweight, open-source code editor made by Microsoft.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supports many programming languages and includes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you need VS Code?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Smart editing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Built-in debugger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integration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Extensions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Lightweight &amp; fast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61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325E-9AE5-A1BF-9A28-0F0A9E724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to open VS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B36762-B1FF-3B38-EAD0-0B54C73F1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351989"/>
              </p:ext>
            </p:extLst>
          </p:nvPr>
        </p:nvGraphicFramePr>
        <p:xfrm>
          <a:off x="838200" y="1825625"/>
          <a:ext cx="105155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764395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9707306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61542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Manually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 .</a:t>
                      </a: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”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762116"/>
                  </a:ext>
                </a:extLst>
              </a:tr>
              <a:tr h="348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Ease of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terminal knowledge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999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044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Folder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Must browse manually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Opens current terminal folder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55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 with Git/build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7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Beginners, small edits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Developers, automation, workflow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372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F32A9-638A-5E8F-8134-982C198C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VS Code interface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CA0B30-0EEE-2FB3-79C7-73EA13A18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207" y="1537666"/>
            <a:ext cx="9503585" cy="49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2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624C-9034-0C23-B013-47CCE7CC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Menu bar in VS Code 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BE3F4C-2E91-0399-8024-CB53D9B810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81866" y="1888089"/>
            <a:ext cx="5907579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→ open, save, close files/folders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→ undo, redo, find, replace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 → select all, copy line,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→ toggle panels, zoom,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 → navigate between files, definitions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→ debug and run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 → open or manage integrated terminals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→ access documentation, about info</a:t>
            </a:r>
          </a:p>
        </p:txBody>
      </p:sp>
    </p:spTree>
    <p:extLst>
      <p:ext uri="{BB962C8B-B14F-4D97-AF65-F5344CB8AC3E}">
        <p14:creationId xmlns:p14="http://schemas.microsoft.com/office/powerpoint/2010/main" val="355677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8D91-AE61-9193-DEB9-E8EC5530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Activity </a:t>
            </a:r>
            <a:r>
              <a:rPr lang="en-US" dirty="0"/>
              <a:t>bar in VS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A09159-5793-0F66-3A2B-04746BBF1B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340174"/>
              </p:ext>
            </p:extLst>
          </p:nvPr>
        </p:nvGraphicFramePr>
        <p:xfrm>
          <a:off x="838200" y="1825625"/>
          <a:ext cx="10515597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419865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787006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44982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Icon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227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Explorer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View and manage your files/folders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5024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Find and replace text in your workspace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792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Source Control (Git)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Manage Git changes (commit, push, pull)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039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Run &amp; Debug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Start and manage debugging sessions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9317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Extensions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Install or disable VS Code extensions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535966"/>
                  </a:ext>
                </a:extLst>
              </a:tr>
            </a:tbl>
          </a:graphicData>
        </a:graphic>
      </p:graphicFrame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BA71A583-B65D-02BE-B26D-5432E045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922607" y="3226205"/>
            <a:ext cx="500840" cy="50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313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6285-9FE7-C858-DF18-84B9DD91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Panel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CAE7BD-E01F-17A9-3762-E3F11CF99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878267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525613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69913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Tab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48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Shows compiler/linker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581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Displays output from extensions or build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036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Debug Console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Shows print/debug messages while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15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Terminal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Built-in command line (bash, PowerShell,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254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460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CFE4-802E-8535-D638-5424A064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Side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2CE02-35AD-612C-51D3-D239652DB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depending on which icon you selected in the Activity Bar.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If you select Explorer, it shows your folder structure and files.</a:t>
            </a:r>
          </a:p>
          <a:p>
            <a:pPr lvl="1"/>
            <a:r>
              <a:rPr lang="en-US" dirty="0"/>
              <a:t>If you select Source Control, it shows Git changes.</a:t>
            </a:r>
          </a:p>
          <a:p>
            <a:pPr lvl="1"/>
            <a:r>
              <a:rPr lang="en-US" dirty="0"/>
              <a:t>If you select Extensions, it lists installed and available extensions.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2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DED1A-6F38-909B-FB1C-13A6BF4B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vi-VN" dirty="0"/>
              <a:t>Command promt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85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F6D1-3EE2-1510-4F5E-72B6A55C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443"/>
            <a:ext cx="10515600" cy="992335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ompt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E23A2-6320-04DB-99F2-876F900B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8"/>
            <a:ext cx="10515600" cy="556181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</a:t>
            </a:r>
            <a:r>
              <a:rPr lang="vi-VN" dirty="0"/>
              <a:t>C</a:t>
            </a:r>
            <a:r>
              <a:rPr lang="en-US" dirty="0" err="1"/>
              <a:t>ommand</a:t>
            </a:r>
            <a:r>
              <a:rPr lang="en-US" dirty="0"/>
              <a:t> </a:t>
            </a:r>
            <a:r>
              <a:rPr lang="vi-VN" dirty="0"/>
              <a:t>P</a:t>
            </a:r>
            <a:r>
              <a:rPr lang="en-US" dirty="0" err="1"/>
              <a:t>rompt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The Command Prompt (often called CMD) is a built-in program in Windows that lets you type text commands to control your computer — instead of clicking with a mouse.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you need </a:t>
            </a:r>
            <a:r>
              <a:rPr lang="vi-VN" dirty="0"/>
              <a:t>C</a:t>
            </a:r>
            <a:r>
              <a:rPr lang="en-US" dirty="0" err="1"/>
              <a:t>ommand</a:t>
            </a:r>
            <a:r>
              <a:rPr lang="en-US" dirty="0"/>
              <a:t> </a:t>
            </a:r>
            <a:r>
              <a:rPr lang="vi-VN" dirty="0"/>
              <a:t>P</a:t>
            </a:r>
            <a:r>
              <a:rPr lang="en-US" dirty="0" err="1"/>
              <a:t>rompt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Command Prompt gives us direct control over the operating system using text commands, which can be faster and more powerful than using a graphical interface.</a:t>
            </a:r>
            <a:endParaRPr lang="vi-VN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What the Command Promt used for?</a:t>
            </a:r>
          </a:p>
          <a:p>
            <a:pPr lvl="1"/>
            <a:r>
              <a:rPr lang="en-US" dirty="0"/>
              <a:t>Run programs and scripts</a:t>
            </a:r>
            <a:endParaRPr lang="vi-VN" dirty="0"/>
          </a:p>
          <a:p>
            <a:pPr lvl="1"/>
            <a:r>
              <a:rPr lang="en-US" dirty="0"/>
              <a:t>Navigate files and folders</a:t>
            </a:r>
            <a:endParaRPr lang="vi-VN" dirty="0"/>
          </a:p>
          <a:p>
            <a:pPr lvl="1"/>
            <a:r>
              <a:rPr lang="en-US" dirty="0"/>
              <a:t>Manage system settings</a:t>
            </a:r>
            <a:endParaRPr lang="vi-VN" dirty="0"/>
          </a:p>
          <a:p>
            <a:pPr lvl="1"/>
            <a:r>
              <a:rPr lang="en-US" dirty="0"/>
              <a:t>Perform troubleshooting or administrative tasks</a:t>
            </a:r>
            <a:endParaRPr lang="vi-VN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312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A230E-F7C4-C723-ED3F-0F9AB2EF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82"/>
            <a:ext cx="10515600" cy="1325563"/>
          </a:xfrm>
        </p:spPr>
        <p:txBody>
          <a:bodyPr/>
          <a:lstStyle/>
          <a:p>
            <a:pPr algn="ctr"/>
            <a:r>
              <a:rPr lang="vi-VN" dirty="0"/>
              <a:t>Some common commands in WSL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0A429C-63C5-9852-370D-1FD4F6C4A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444848"/>
              </p:ext>
            </p:extLst>
          </p:nvPr>
        </p:nvGraphicFramePr>
        <p:xfrm>
          <a:off x="838203" y="1464445"/>
          <a:ext cx="10515597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874356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995475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2633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61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wsl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Opens the default Linux distribution inside 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wsl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 Opens your default Linux shell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90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 files and folders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 -l → show details (permissions, size, date)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17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 /home/huy/Cpp_project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356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pwd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 current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pwd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966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mkdir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a new folder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mkdir build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24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 main.cpp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309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 -r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 a folder and its contents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 -r build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05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Copy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 main.cpp backup.cpp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99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or rename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mv main.cpp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/main.cpp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31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69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C50E-B802-2624-6049-6B441373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Methods for opening Command Prompt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E452B-6DA0-ECF7-0FB5-A7CE7288E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618994"/>
              </p:ext>
            </p:extLst>
          </p:nvPr>
        </p:nvGraphicFramePr>
        <p:xfrm>
          <a:off x="838200" y="1825625"/>
          <a:ext cx="1051559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8310233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173424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89814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en-US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Steps</a:t>
                      </a:r>
                      <a:endParaRPr lang="en-US" i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</a:t>
                      </a:r>
                      <a:endParaRPr lang="en-US" i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1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Search in Start Menu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 Windows key → type “cmd” → 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Easiest and fastest method.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62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Run dialog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 Win + R → type “cmd” → 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way to open 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06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Power User Menu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 Win + X → choose “Command Prompt” or “Windows Terminal”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newer Windows, it may show Windows Terminal instead of Command Prompt.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61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File Explorer address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any folder, click on the address bar → type cmd → 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Opens Command Prompt directly in that folder’s path.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271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Task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 Ctrl + Shift + Esc → File → Run new task → type “cmd” → 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can also check “Create this task with administrative privileges” to open as admin.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084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944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DC59-AC74-EBB1-28AF-9442545A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Git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0715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1927-F4B3-3F1E-8D6C-64A7489E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971"/>
            <a:ext cx="10515600" cy="916920"/>
          </a:xfrm>
        </p:spPr>
        <p:txBody>
          <a:bodyPr/>
          <a:lstStyle/>
          <a:p>
            <a:pPr algn="ctr"/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CBC24-1B73-AD1C-70DF-5C804CC8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716"/>
            <a:ext cx="10515600" cy="496907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git?</a:t>
            </a:r>
          </a:p>
          <a:p>
            <a:pPr lvl="1"/>
            <a:r>
              <a:rPr lang="en-US" dirty="0"/>
              <a:t>Git is a version control system — a tool that helps developers track changes in their code over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git does?</a:t>
            </a:r>
          </a:p>
          <a:p>
            <a:pPr lvl="1"/>
            <a:r>
              <a:rPr lang="en-US" dirty="0"/>
              <a:t>Git records every change you make to files (like source code) and lets you easily go back to previous versions if needed.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git is useful?</a:t>
            </a:r>
          </a:p>
          <a:p>
            <a:pPr lvl="1"/>
            <a:r>
              <a:rPr lang="en-US" dirty="0"/>
              <a:t>It helps teams work together on the same project without overwriting each other’s work.</a:t>
            </a:r>
          </a:p>
        </p:txBody>
      </p:sp>
    </p:spTree>
    <p:extLst>
      <p:ext uri="{BB962C8B-B14F-4D97-AF65-F5344CB8AC3E}">
        <p14:creationId xmlns:p14="http://schemas.microsoft.com/office/powerpoint/2010/main" val="1600622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EEFC-E35D-B5F4-96CD-F03E487D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494"/>
          </a:xfrm>
        </p:spPr>
        <p:txBody>
          <a:bodyPr/>
          <a:lstStyle/>
          <a:p>
            <a:pPr algn="ctr"/>
            <a:r>
              <a:rPr lang="en-US" dirty="0"/>
              <a:t>Git repository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8F109D-187E-E9B4-5745-6D07DF97C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1237" y="1820069"/>
            <a:ext cx="76295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680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6C34-7CBD-B136-B574-FE477EFA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/>
              <a:t>Git lifecycle</a:t>
            </a:r>
            <a:endParaRPr lang="en-US" dirty="0"/>
          </a:p>
        </p:txBody>
      </p:sp>
      <p:pic>
        <p:nvPicPr>
          <p:cNvPr id="2050" name="Picture 2" descr="7 Version Control With git and GitHub ...">
            <a:extLst>
              <a:ext uri="{FF2B5EF4-FFF2-40B4-BE49-F238E27FC236}">
                <a16:creationId xmlns:a16="http://schemas.microsoft.com/office/drawing/2014/main" id="{8B043A32-D982-25B8-4AC9-CA8FD06014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61" y="2145098"/>
            <a:ext cx="7087484" cy="42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3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6819-F591-92B4-2A20-B0D3B889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285"/>
            <a:ext cx="10515600" cy="728383"/>
          </a:xfrm>
        </p:spPr>
        <p:txBody>
          <a:bodyPr/>
          <a:lstStyle/>
          <a:p>
            <a:pPr algn="ctr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Git lifecycle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E11834-01E3-A986-19FA-437F9FA6A3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808465"/>
              </p:ext>
            </p:extLst>
          </p:nvPr>
        </p:nvGraphicFramePr>
        <p:xfrm>
          <a:off x="520046" y="1276308"/>
          <a:ext cx="11151908" cy="5216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544">
                  <a:extLst>
                    <a:ext uri="{9D8B030D-6E8A-4147-A177-3AD203B41FA5}">
                      <a16:colId xmlns:a16="http://schemas.microsoft.com/office/drawing/2014/main" val="1023716942"/>
                    </a:ext>
                  </a:extLst>
                </a:gridCol>
                <a:gridCol w="2017337">
                  <a:extLst>
                    <a:ext uri="{9D8B030D-6E8A-4147-A177-3AD203B41FA5}">
                      <a16:colId xmlns:a16="http://schemas.microsoft.com/office/drawing/2014/main" val="1887626772"/>
                    </a:ext>
                  </a:extLst>
                </a:gridCol>
                <a:gridCol w="4553146">
                  <a:extLst>
                    <a:ext uri="{9D8B030D-6E8A-4147-A177-3AD203B41FA5}">
                      <a16:colId xmlns:a16="http://schemas.microsoft.com/office/drawing/2014/main" val="419393986"/>
                    </a:ext>
                  </a:extLst>
                </a:gridCol>
                <a:gridCol w="2912881">
                  <a:extLst>
                    <a:ext uri="{9D8B030D-6E8A-4147-A177-3AD203B41FA5}">
                      <a16:colId xmlns:a16="http://schemas.microsoft.com/office/drawing/2014/main" val="1038976799"/>
                    </a:ext>
                  </a:extLst>
                </a:gridCol>
              </a:tblGrid>
              <a:tr h="458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(Meaning)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 /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590002"/>
                  </a:ext>
                </a:extLst>
              </a:tr>
              <a:tr h="1417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your local filesystem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place where you edit, add, or delete real files in your project. Changes here are not yet tracked by Git until you add them.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 directly on your source code — the starting point of all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983401"/>
                  </a:ext>
                </a:extLst>
              </a:tr>
              <a:tr h="1048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Staging Index (Staging Area)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Inside the hidden .git/index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temporary area where you select which changes will be included in the next commit.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Prepare commits — choose exactly what you want to record in history.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211196"/>
                  </a:ext>
                </a:extLst>
              </a:tr>
              <a:tr h="1244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Stored locally (inside .git/)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the commit history of your project — each commit is a snapshot of your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 a complete version history on your computer; you can work offline.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213259"/>
                  </a:ext>
                </a:extLst>
              </a:tr>
              <a:tr h="1048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Remote 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a remote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shared copy of your local repository used to collaborate with others.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Sync, back up, and share your project with teammates.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7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489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2237-1A7D-54A1-9D52-A14C8BD7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Git branch</a:t>
            </a:r>
          </a:p>
        </p:txBody>
      </p:sp>
      <p:pic>
        <p:nvPicPr>
          <p:cNvPr id="1026" name="Picture 2" descr="Git Branching Strategy | WaveMaker Docs">
            <a:extLst>
              <a:ext uri="{FF2B5EF4-FFF2-40B4-BE49-F238E27FC236}">
                <a16:creationId xmlns:a16="http://schemas.microsoft.com/office/drawing/2014/main" id="{59CBBE44-AB27-665E-C73D-67107204A9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390" y="1818245"/>
            <a:ext cx="8995220" cy="425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810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A00D-483F-09EC-6F0B-969B7CB01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33633"/>
            <a:ext cx="10515600" cy="729153"/>
          </a:xfrm>
        </p:spPr>
        <p:txBody>
          <a:bodyPr>
            <a:normAutofit/>
          </a:bodyPr>
          <a:lstStyle/>
          <a:p>
            <a:pPr algn="ctr"/>
            <a:r>
              <a:rPr lang="vi-VN" dirty="0"/>
              <a:t>Git command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91A72D-29F3-2D64-1464-A2E90921B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233864"/>
              </p:ext>
            </p:extLst>
          </p:nvPr>
        </p:nvGraphicFramePr>
        <p:xfrm>
          <a:off x="838203" y="1397688"/>
          <a:ext cx="10515597" cy="4782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750990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8167523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0661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17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Repository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Initialize a new Git repository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97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sz="16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clone &lt;</a:t>
                      </a:r>
                      <a:r>
                        <a:rPr lang="en-US"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url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Clone a remote repository to your local machine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56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Staging &amp; Committing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 the status of files (staged, modified, untracked)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308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add &lt;file&gt;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 specific file to the staging area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213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add 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all changes to the staging area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0610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commit -m "message"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Commit changes with a message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0880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Undoing Changes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restore &lt;file&gt;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Restore a modified file to last commit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835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reset --hard &lt;commit-id&gt;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Reset repository to a specific commit (dangerous)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5960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reset --soft &lt;commit-id&gt;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Reset repository to a specific commit 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vi-V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 keeps all changes in the staging area (index).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65077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00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A3AA-94B6-A36B-284F-C64EC1846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82"/>
            <a:ext cx="10515600" cy="907494"/>
          </a:xfrm>
        </p:spPr>
        <p:txBody>
          <a:bodyPr/>
          <a:lstStyle/>
          <a:p>
            <a:pPr algn="ctr"/>
            <a:r>
              <a:rPr lang="vi-VN" dirty="0"/>
              <a:t>Git command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530374-F654-F3CC-1C3A-031446375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121776"/>
              </p:ext>
            </p:extLst>
          </p:nvPr>
        </p:nvGraphicFramePr>
        <p:xfrm>
          <a:off x="838200" y="967785"/>
          <a:ext cx="10515597" cy="531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968476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548488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06546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850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Branching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branch &lt;branch-name&gt;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a new branch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78494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checkout &lt;branch-name&gt;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 to another branch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2105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checkout -b &lt;branch-name&gt;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and switch to a new branch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9096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branch -d &lt;branch-name&gt;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a branch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2998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branch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 all branches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5620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merge &lt;branch-name&gt;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 a branch into the current one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0336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Viewing History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log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 commit history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460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diff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 unstaged changes between working directory and index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009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Remote Repositories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remote -v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 remote repositories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10921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remote add origin &lt;url&gt;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 remote repository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072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fetch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Fetch updates from remote (without merging)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768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pull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Fetch and merge updates from remote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8546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push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 commits to remote repository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4967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086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1226</Words>
  <Application>Microsoft Office PowerPoint</Application>
  <PresentationFormat>Widescreen</PresentationFormat>
  <Paragraphs>226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Overview of VS Code</vt:lpstr>
      <vt:lpstr>How to open VS Code</vt:lpstr>
      <vt:lpstr>VS Code interface</vt:lpstr>
      <vt:lpstr>Menu bar in VS Code </vt:lpstr>
      <vt:lpstr>Activity bar in VS Code</vt:lpstr>
      <vt:lpstr>Panel</vt:lpstr>
      <vt:lpstr>Side bar</vt:lpstr>
      <vt:lpstr>Command promt introduction</vt:lpstr>
      <vt:lpstr>Command Prompt</vt:lpstr>
      <vt:lpstr>Some common commands in WSL</vt:lpstr>
      <vt:lpstr>Methods for opening Command Prompt</vt:lpstr>
      <vt:lpstr>Git introduction</vt:lpstr>
      <vt:lpstr>Git</vt:lpstr>
      <vt:lpstr>Git repository</vt:lpstr>
      <vt:lpstr>Git lifecycle</vt:lpstr>
      <vt:lpstr>Git lifecycle</vt:lpstr>
      <vt:lpstr>Git branch</vt:lpstr>
      <vt:lpstr>Git command</vt:lpstr>
      <vt:lpstr>Git command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Than</dc:creator>
  <cp:lastModifiedBy>Huy Than</cp:lastModifiedBy>
  <cp:revision>7</cp:revision>
  <dcterms:created xsi:type="dcterms:W3CDTF">2025-11-02T15:40:00Z</dcterms:created>
  <dcterms:modified xsi:type="dcterms:W3CDTF">2025-11-06T16:42:30Z</dcterms:modified>
</cp:coreProperties>
</file>